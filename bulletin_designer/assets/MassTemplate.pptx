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showOutlineIcons="0">
    <p:restoredLeft sz="25821"/>
    <p:restoredTop sz="86358"/>
  </p:normalViewPr>
  <p:slideViewPr>
    <p:cSldViewPr snapToGrid="0">
      <p:cViewPr varScale="1">
        <p:scale>
          <a:sx n="106" d="100"/>
          <a:sy n="106" d="100"/>
        </p:scale>
        <p:origin x="192" y="11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752F60-56A0-884E-8275-D9319F796BA7}" type="datetimeFigureOut">
              <a:rPr lang="en-US" smtClean="0"/>
              <a:t>11/1/26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C7D3C4-A584-0349-8214-3198B4DD0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122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7D3C4-A584-0349-8214-3198B4DD033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85609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9_Title Slide No fill"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DF2D3EA-35DD-121E-6468-45B37A8AFF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469985"/>
            <a:ext cx="12192000" cy="4792057"/>
          </a:xfrm>
        </p:spPr>
        <p:txBody>
          <a:bodyPr/>
          <a:lstStyle>
            <a:lvl1pPr marL="0" indent="0" algn="ctr">
              <a:buNone/>
              <a:defRPr sz="5400" b="1" i="1">
                <a:ln w="19050">
                  <a:solidFill>
                    <a:srgbClr val="675044"/>
                  </a:solidFill>
                </a:ln>
                <a:solidFill>
                  <a:schemeClr val="bg1"/>
                </a:solidFill>
                <a:effectLst>
                  <a:glow rad="996322">
                    <a:srgbClr val="FFC000">
                      <a:alpha val="40000"/>
                    </a:srgbClr>
                  </a:glow>
                </a:effectLst>
                <a:latin typeface="Myriad Pro Black" panose="020B0503030403020204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None/>
              <a:tabLst/>
              <a:defRPr sz="5400" b="1" i="0" baseline="0">
                <a:ln w="3175">
                  <a:noFill/>
                </a:ln>
                <a:solidFill>
                  <a:schemeClr val="bg1"/>
                </a:solidFill>
                <a:effectLst>
                  <a:outerShdw blurRad="285512" dist="66996" dir="2700000" sx="98771" sy="98771" algn="tl" rotWithShape="0">
                    <a:prstClr val="black"/>
                  </a:outerShdw>
                </a:effectLst>
                <a:latin typeface="Myriad Pro Black" panose="020B0503030403020204" pitchFamily="34" charset="0"/>
              </a:defRPr>
            </a:lvl2pPr>
            <a:lvl3pPr marL="11113" indent="0" algn="ctr">
              <a:spcBef>
                <a:spcPts val="2000"/>
              </a:spcBef>
              <a:buNone/>
              <a:tabLst/>
              <a:defRPr b="1" i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yriad Pro Black Cond" panose="020B0503030403020204" pitchFamily="34" charset="0"/>
              </a:defRPr>
            </a:lvl3pPr>
            <a:lvl4pPr>
              <a:defRPr b="1" i="0">
                <a:latin typeface="Myriad Pro Black Cond" panose="020B0503030403020204" pitchFamily="34" charset="0"/>
              </a:defRPr>
            </a:lvl4pPr>
            <a:lvl5pPr>
              <a:defRPr b="1" i="0">
                <a:latin typeface="Myriad Pro Black Cond" panose="020B0503030403020204" pitchFamily="34" charset="0"/>
              </a:defRPr>
            </a:lvl5pPr>
          </a:lstStyle>
          <a:p>
            <a:pPr lvl="0"/>
            <a:r>
              <a:rPr lang="en-US" dirty="0"/>
              <a:t>Song Title</a:t>
            </a:r>
          </a:p>
          <a:p>
            <a:pPr lvl="1"/>
            <a:r>
              <a:rPr lang="en-US" dirty="0"/>
              <a:t>Song Body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0A1A0FF-7D7B-85AB-414E-8B8F9A92B1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65126"/>
            <a:ext cx="12192000" cy="10006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7000" b="1" i="0" spc="-300" baseline="0">
                <a:ln w="28575">
                  <a:solidFill>
                    <a:srgbClr val="675044">
                      <a:alpha val="68000"/>
                    </a:srgbClr>
                  </a:solidFill>
                </a:ln>
                <a:solidFill>
                  <a:srgbClr val="FDF6B4"/>
                </a:solidFill>
                <a:effectLst>
                  <a:outerShdw blurRad="50800" dist="100605" dir="2700000" algn="tl" rotWithShape="0">
                    <a:prstClr val="black">
                      <a:alpha val="25196"/>
                    </a:prstClr>
                  </a:outerShdw>
                </a:effectLst>
                <a:latin typeface="Myriad Pro Black" panose="020B0503030403020204" pitchFamily="34" charset="0"/>
              </a:defRPr>
            </a:lvl1pPr>
          </a:lstStyle>
          <a:p>
            <a:r>
              <a:rPr lang="en-US"/>
              <a:t>Song Section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748CE5-3CE6-0CAD-9F82-93B370FA92FC}"/>
              </a:ext>
            </a:extLst>
          </p:cNvPr>
          <p:cNvSpPr txBox="1"/>
          <p:nvPr userDrawn="1"/>
        </p:nvSpPr>
        <p:spPr>
          <a:xfrm>
            <a:off x="532410" y="6262042"/>
            <a:ext cx="11127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0" i="1" u="none" strike="noStrike" kern="1200">
                <a:solidFill>
                  <a:schemeClr val="bg1"/>
                </a:solidFill>
                <a:effectLst/>
                <a:latin typeface="Helvetica" pitchFamily="2" charset="0"/>
                <a:ea typeface="+mn-ea"/>
                <a:cs typeface="+mn-cs"/>
              </a:rPr>
              <a:t>Reprinted with permission under ONE LICENSE # A-738536. All rights reserved. </a:t>
            </a:r>
          </a:p>
        </p:txBody>
      </p:sp>
      <p:sp>
        <p:nvSpPr>
          <p:cNvPr id="90" name="Copyright"/>
          <p:cNvSpPr>
            <a:spLocks noGrp="1"/>
          </p:cNvSpPr>
          <p:nvPr>
            <p:ph type="body" sz="quarter" idx="11"/>
          </p:nvPr>
        </p:nvSpPr>
        <p:spPr>
          <a:xfrm>
            <a:off x="853440" y="5588000"/>
            <a:ext cx="10485120" cy="685800"/>
          </a:xfrm>
          <a:noFill/>
        </p:spPr>
        <p:txBody>
          <a:bodyPr anchor="b" lIns="91440" rIns="91440">
            <a:normAutofit/>
          </a:bodyPr>
          <a:lstStyle>
            <a:lvl1pPr marL="0" indent="0" algn="ctr">
              <a:spcBef>
                <a:spcPts val="0"/>
              </a:spcBef>
              <a:buNone/>
              <a:defRPr sz="1400" b="0" i="0">
                <a:solidFill>
                  <a:srgbClr val="FFFFFF"/>
                </a:solidFill>
                <a:effectLst>
                  <a:outerShdw blurRad="76200" dist="0" sx="115000" sy="115000" algn="ctr" rotWithShape="0">
                    <a:srgbClr val="000000">
                      <a:alpha val="10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Copyright</a:t>
            </a:r>
          </a:p>
        </p:txBody>
      </p:sp>
    </p:spTree>
    <p:extLst>
      <p:ext uri="{BB962C8B-B14F-4D97-AF65-F5344CB8AC3E}">
        <p14:creationId xmlns:p14="http://schemas.microsoft.com/office/powerpoint/2010/main" val="3243357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2_Title Slide No fill"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DF2D3EA-35DD-121E-6468-45B37A8AFF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469985"/>
            <a:ext cx="12192000" cy="5388015"/>
          </a:xfrm>
        </p:spPr>
        <p:txBody>
          <a:bodyPr/>
          <a:lstStyle>
            <a:lvl1pPr marL="0" indent="0" algn="ctr">
              <a:buNone/>
              <a:defRPr sz="5400" b="1" i="1">
                <a:ln w="19050">
                  <a:solidFill>
                    <a:srgbClr val="675044"/>
                  </a:solidFill>
                </a:ln>
                <a:solidFill>
                  <a:schemeClr val="bg1"/>
                </a:solidFill>
                <a:effectLst>
                  <a:glow rad="996322">
                    <a:srgbClr val="FFC000">
                      <a:alpha val="40000"/>
                    </a:srgbClr>
                  </a:glow>
                </a:effectLst>
                <a:latin typeface="Myriad Pro Black" panose="020B0503030403020204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None/>
              <a:tabLst/>
              <a:defRPr sz="5400" b="1" i="0" baseline="0">
                <a:ln w="3175">
                  <a:noFill/>
                </a:ln>
                <a:solidFill>
                  <a:schemeClr val="bg1"/>
                </a:solidFill>
                <a:effectLst>
                  <a:outerShdw blurRad="285512" dist="66996" dir="2700000" sx="98771" sy="98771" algn="tl" rotWithShape="0">
                    <a:prstClr val="black"/>
                  </a:outerShdw>
                </a:effectLst>
                <a:latin typeface="Myriad Pro Black" panose="020B0503030403020204" pitchFamily="34" charset="0"/>
              </a:defRPr>
            </a:lvl2pPr>
            <a:lvl3pPr marL="11113" indent="0" algn="ctr">
              <a:spcBef>
                <a:spcPts val="2000"/>
              </a:spcBef>
              <a:buNone/>
              <a:tabLst/>
              <a:defRPr b="1" i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yriad Pro Black Cond" panose="020B0503030403020204" pitchFamily="34" charset="0"/>
              </a:defRPr>
            </a:lvl3pPr>
            <a:lvl4pPr>
              <a:defRPr b="1" i="0">
                <a:latin typeface="Myriad Pro Black Cond" panose="020B0503030403020204" pitchFamily="34" charset="0"/>
              </a:defRPr>
            </a:lvl4pPr>
            <a:lvl5pPr>
              <a:defRPr b="1" i="0">
                <a:latin typeface="Myriad Pro Black Cond" panose="020B05030304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0A1A0FF-7D7B-85AB-414E-8B8F9A92B1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65126"/>
            <a:ext cx="12192000" cy="10006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7000" b="1" i="0" spc="-300" baseline="0">
                <a:ln w="28575">
                  <a:solidFill>
                    <a:srgbClr val="675044">
                      <a:alpha val="68000"/>
                    </a:srgbClr>
                  </a:solidFill>
                </a:ln>
                <a:solidFill>
                  <a:srgbClr val="FDF6B4"/>
                </a:solidFill>
                <a:effectLst>
                  <a:outerShdw blurRad="50800" dist="100605" dir="2700000" algn="tl" rotWithShape="0">
                    <a:prstClr val="black">
                      <a:alpha val="25196"/>
                    </a:prstClr>
                  </a:outerShdw>
                </a:effectLst>
                <a:latin typeface="Myriad Pro Black" panose="020B0503030403020204" pitchFamily="34" charset="0"/>
              </a:defRPr>
            </a:lvl1pPr>
          </a:lstStyle>
          <a:p>
            <a:r>
              <a:rPr lang="en-US" dirty="0"/>
              <a:t>Song Section</a:t>
            </a:r>
          </a:p>
        </p:txBody>
      </p:sp>
      <p:sp>
        <p:nvSpPr>
          <p:cNvPr id="90" name="Copyright"/>
          <p:cNvSpPr>
            <a:spLocks noGrp="1"/>
          </p:cNvSpPr>
          <p:nvPr>
            <p:ph type="body" sz="quarter" idx="11"/>
          </p:nvPr>
        </p:nvSpPr>
        <p:spPr>
          <a:xfrm>
            <a:off x="853440" y="5588000"/>
            <a:ext cx="10485120" cy="685800"/>
          </a:xfrm>
          <a:noFill/>
        </p:spPr>
        <p:txBody>
          <a:bodyPr anchor="b" lIns="91440" rIns="91440">
            <a:normAutofit/>
          </a:bodyPr>
          <a:lstStyle>
            <a:lvl1pPr marL="0" indent="0" algn="ctr">
              <a:spcBef>
                <a:spcPts val="0"/>
              </a:spcBef>
              <a:buNone/>
              <a:defRPr sz="1400" b="0" i="0">
                <a:solidFill>
                  <a:srgbClr val="FFFFFF"/>
                </a:solidFill>
                <a:effectLst>
                  <a:outerShdw blurRad="76200" dist="0" sx="115000" sy="115000" algn="ctr" rotWithShape="0">
                    <a:srgbClr val="000000">
                      <a:alpha val="10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Copyright</a:t>
            </a:r>
          </a:p>
        </p:txBody>
      </p:sp>
    </p:spTree>
    <p:extLst>
      <p:ext uri="{BB962C8B-B14F-4D97-AF65-F5344CB8AC3E}">
        <p14:creationId xmlns:p14="http://schemas.microsoft.com/office/powerpoint/2010/main" val="779422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0_Title Slide No fill"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723530D8-54F7-C953-34D8-DB11063F3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  <a:noFill/>
          <a:effectLst>
            <a:softEdge rad="0"/>
          </a:effectLst>
        </p:spPr>
        <p:txBody>
          <a:bodyPr>
            <a:normAutofit/>
          </a:bodyPr>
          <a:lstStyle>
            <a:lvl1pPr algn="ctr">
              <a:lnSpc>
                <a:spcPct val="100000"/>
              </a:lnSpc>
              <a:spcBef>
                <a:spcPts val="500"/>
              </a:spcBef>
              <a:defRPr sz="6000" b="1" i="0" kern="0" spc="0" baseline="0">
                <a:ln>
                  <a:solidFill>
                    <a:srgbClr val="675044"/>
                  </a:solidFill>
                </a:ln>
                <a:solidFill>
                  <a:schemeClr val="bg1"/>
                </a:solidFill>
                <a:effectLst>
                  <a:outerShdw blurRad="50800" dist="79755" dir="2700000" algn="tl" rotWithShape="0">
                    <a:prstClr val="black">
                      <a:alpha val="40000"/>
                    </a:prstClr>
                  </a:outerShdw>
                </a:effectLst>
                <a:latin typeface="Myriad Pro Black" panose="020B0503030403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08410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F02187-72D3-04E8-CCB3-258F0124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93306-1DFC-0423-9BA1-6E441B24D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13373-BB75-B08F-518D-18AF6CE38E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E94B19-0C70-2A46-846F-22B2D1FFB6FA}" type="datetimeFigureOut">
              <a:rPr lang="en-US" smtClean="0"/>
              <a:t>11/1/26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58EBF-3F0A-8D5C-F1D9-5F7553CF39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87047-EFB9-D490-F231-5B5C0E156F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7961D7-6872-A142-BA3E-B6FA7B65F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555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4C1EE4-AED3-418A-7AE4-4455E8E84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204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</Words>
  <Application>Microsoft Macintosh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Helvetica</vt:lpstr>
      <vt:lpstr>Myriad Pro Black</vt:lpstr>
      <vt:lpstr>Myriad Pro Black Cond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Fisherman</dc:creator>
  <cp:lastModifiedBy>Peter Fisherman</cp:lastModifiedBy>
  <cp:revision>1</cp:revision>
  <dcterms:created xsi:type="dcterms:W3CDTF">2026-11-01T18:51:44Z</dcterms:created>
  <dcterms:modified xsi:type="dcterms:W3CDTF">2026-11-01T19:16:20Z</dcterms:modified>
</cp:coreProperties>
</file>